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2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3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4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5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6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7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8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9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10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11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12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13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14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15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16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17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18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19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20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21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22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23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period 24 priorities. Confirm the assigned team, dependencies and decision owner before the next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Service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01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1 is tracking 30%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2 is tracking 43%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3 is tracking 56%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4 is tracking 69%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 of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Product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02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2 is tracking 37%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3 is tracking 50%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4 is tracking 63%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5 is tracking 76%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2 of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Customer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03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3 is tracking 44%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4 is tracking 57%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5 is tracking 70%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6 is tracking 83%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3 of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04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4 is tracking 51%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5 is tracking 64%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6 is tracking 77%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7 is tracking 30%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4 of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Service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05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5 is tracking 58%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6 is tracking 71%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7 is tracking 84%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8 is tracking 37%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5 of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Product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06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6 is tracking 65%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7 is tracking 78%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8 is tracking 31%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1 is tracking 44%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6 of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Customer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07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7 is tracking 72%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8 is tracking 85%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1 is tracking 38%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2 is tracking 51%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7 of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08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8 is tracking 79%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1 is tracking 32%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2 is tracking 45%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3 is tracking 58%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8 of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Service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09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1 is tracking 86%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2 is tracking 39%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3 is tracking 52%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4 is tracking 65%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9 of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Product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10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2 is tracking 33%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3 is tracking 46%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4 is tracking 59%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5 is tracking 72%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10 of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Customer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11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3 is tracking 40%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4 is tracking 53%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5 is tracking 66%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6 is tracking 79%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11 of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12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4 is tracking 47%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5 is tracking 60%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6 is tracking 73%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7 is tracking 86%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12 of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Service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13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5 is tracking 54%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6 is tracking 67%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7 is tracking 80%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8 is tracking 33%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13 of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Product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14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6 is tracking 61%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7 is tracking 74%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8 is tracking 87%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1 is tracking 40%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14 of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Customer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15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7 is tracking 68%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8 is tracking 81%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1 is tracking 34%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2 is tracking 47%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15 of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16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8 is tracking 75%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1 is tracking 88%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2 is tracking 41%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3 is tracking 54%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16 of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Service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17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1 is tracking 82%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2 is tracking 35%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3 is tracking 48%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4 is tracking 61%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17 of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Product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18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2 is tracking 89%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3 is tracking 42%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4 is tracking 55%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5 is tracking 68%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18 of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Customer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19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3 is tracking 36%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4 is tracking 49%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5 is tracking 62%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6 is tracking 75%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19 of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20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4 is tracking 43%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2148840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5 is tracking 56%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6 is tracking 69%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7 is tracking 82%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20 of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Service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21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5 is tracking 50%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2578608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6 is tracking 63%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7 is tracking 76%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8 is tracking 89%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21 of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Product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22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6 is tracking 57%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00837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7 is tracking 70%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8 is tracking 83%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1 is tracking 36%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22 of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Customer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23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7 is tracking 64%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43814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8 is tracking 77%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1 is tracking 30%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2 is tracking 43%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23 of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F42"/>
                </a:solidFill>
              </a:defRPr>
            </a:pPr>
            <a:r>
              <a:t>Operations review — 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Period 24 | Delivery, ownership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349240" cy="1737360"/>
          </a:xfrm>
          <a:prstGeom prst="roundRect">
            <a:avLst/>
          </a:prstGeom>
          <a:solidFill>
            <a:srgbClr val="E2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Progress</a:t>
            </a:r>
          </a:p>
          <a:p>
            <a:pPr>
              <a:defRPr sz="1500"/>
            </a:pPr>
            <a:r>
              <a:t>Team 8 is tracking 71%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264408"/>
            <a:ext cx="386791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49240" cy="1737360"/>
          </a:xfrm>
          <a:prstGeom prst="roundRect">
            <a:avLst/>
          </a:prstGeom>
          <a:solidFill>
            <a:srgbClr val="E5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Dependencies</a:t>
            </a:r>
          </a:p>
          <a:p>
            <a:pPr>
              <a:defRPr sz="1500"/>
            </a:pPr>
            <a:r>
              <a:t>Team 1 is tracking 84%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232" y="3264408"/>
            <a:ext cx="859536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49240" cy="1737360"/>
          </a:xfrm>
          <a:prstGeom prst="roundRect">
            <a:avLst/>
          </a:prstGeom>
          <a:solidFill>
            <a:srgbClr val="E8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Decisions</a:t>
            </a:r>
          </a:p>
          <a:p>
            <a:pPr>
              <a:defRPr sz="1500"/>
            </a:pPr>
            <a:r>
              <a:t>Team 2 is tracking 37%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321808"/>
            <a:ext cx="1289304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349240" cy="1737360"/>
          </a:xfrm>
          <a:prstGeom prst="roundRect">
            <a:avLst/>
          </a:prstGeom>
          <a:solidFill>
            <a:srgbClr val="EBEBF2"/>
          </a:solidFill>
          <a:ln>
            <a:solidFill>
              <a:srgbClr val="869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900"/>
            </a:pPr>
            <a:r>
              <a:t>Next milestone</a:t>
            </a:r>
          </a:p>
          <a:p>
            <a:pPr>
              <a:defRPr sz="1500"/>
            </a:pPr>
            <a:r>
              <a:t>Team 3 is tracking 50% completion.</a:t>
            </a:r>
            <a:br/>
            <a:r>
              <a:t>Review the current plan and confirm the next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5321808"/>
            <a:ext cx="1719072" cy="109728"/>
          </a:xfrm>
          <a:prstGeom prst="rect">
            <a:avLst/>
          </a:prstGeom>
          <a:solidFill>
            <a:srgbClr val="1F7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Operations planning • Review 24 of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