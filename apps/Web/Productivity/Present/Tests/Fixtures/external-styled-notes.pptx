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priorities.</a:t>
            </a:r>
          </a:p>
          <a:p>
            <a:r>
              <a:t>Pause for questions.</a:t>
            </a:r>
          </a:p>
          <a:p>
            <a:r>
              <a:t>Unicode: café 👩🏽‍💻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4560" y="2057400"/>
            <a:ext cx="5852160" cy="1600200"/>
          </a:xfrm>
          <a:prstGeom prst="rect">
            <a:avLst/>
          </a:prstGeom>
          <a:solidFill>
            <a:srgbClr val="4472C4"/>
          </a:solidFill>
          <a:ln w="25400">
            <a:solidFill>
              <a:srgbClr val="2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194560"/>
            <a:ext cx="54864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1" u="sng">
                <a:solidFill>
                  <a:srgbClr val="FFFFFF"/>
                </a:solidFill>
                <a:latin typeface="Montserrat"/>
              </a:rPr>
              <a:t>Plan together.</a:t>
            </a:r>
          </a:p>
          <a:p>
            <a:pPr algn="ctr"/>
            <a:r>
              <a:rPr sz="3600" b="1" i="1" u="sng">
                <a:solidFill>
                  <a:srgbClr val="FFFFFF"/>
                </a:solidFill>
                <a:latin typeface="Montserrat"/>
              </a:rPr>
              <a:t>Build clearly.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